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Today we'll explore the often-overlooked but crucial role of dummy PDF files in various professional workflows. We'll start by defining what they are and their fundamental purpose within development and design processes.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where do we typically encounter these dummy files? Their applications span across multiple domains, most notably in technology and design. They are invaluable tools for developers, designers, and QA teams, allowing them to test and build without relying on sensitive or incomplete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let's look at some common characteristics and best practices when working with dummy PDF files. While they lack real data, their structure and integrity are paramount for effective testing and prototyping. Proper management ensures they serve their temporary purpose without causing future complications.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Understanding Dummy PDF Files</a:t>
            </a:r>
          </a:p>
        </p:txBody>
      </p:sp>
      <p:sp>
        <p:nvSpPr>
          <p:cNvPr id="3" name="Subtitle 2"/>
          <p:cNvSpPr>
            <a:spLocks noGrp="1"/>
          </p:cNvSpPr>
          <p:nvPr>
            <p:ph type="subTitle" idx="1"/>
          </p:nvPr>
        </p:nvSpPr>
        <p:spPr/>
        <p:txBody>
          <a:bodyPr/>
          <a:lstStyle/>
          <a:p>
            <a:r>
              <a:t>Generated by EduDeck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a Dummy PDF File?</a:t>
            </a:r>
          </a:p>
        </p:txBody>
      </p:sp>
      <p:sp>
        <p:nvSpPr>
          <p:cNvPr id="3" name="Content Placeholder 2"/>
          <p:cNvSpPr>
            <a:spLocks noGrp="1"/>
          </p:cNvSpPr>
          <p:nvPr>
            <p:ph idx="1"/>
          </p:nvPr>
        </p:nvSpPr>
        <p:spPr/>
        <p:txBody>
          <a:bodyPr/>
          <a:lstStyle/>
          <a:p>
            <a:r>
              <a:t>• A placeholder document devoid of actual, meaningful content.</a:t>
            </a:r>
          </a:p>
          <a:p>
            <a:r>
              <a:t>• Primarily utilized for testing, design, or structural validation purposes.</a:t>
            </a:r>
          </a:p>
          <a:p>
            <a:r>
              <a:t>• Simulates the presence and characteristics of a real PDF without sensitive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Applications &amp; Use Cases</a:t>
            </a:r>
          </a:p>
        </p:txBody>
      </p:sp>
      <p:sp>
        <p:nvSpPr>
          <p:cNvPr id="3" name="Content Placeholder 2"/>
          <p:cNvSpPr>
            <a:spLocks noGrp="1"/>
          </p:cNvSpPr>
          <p:nvPr>
            <p:ph idx="1"/>
          </p:nvPr>
        </p:nvSpPr>
        <p:spPr/>
        <p:txBody>
          <a:bodyPr/>
          <a:lstStyle/>
          <a:p>
            <a:r>
              <a:t>• Software Development: Testing document handling, parsing, and rendering features in applications.</a:t>
            </a:r>
          </a:p>
          <a:p>
            <a:r>
              <a:t>• Web Design &amp; Content Management: Mocking up layouts and demonstrating functionality before final content is available.</a:t>
            </a:r>
          </a:p>
          <a:p>
            <a:r>
              <a:t>• System Integration: Validating file upload and download functionalities across different systems.</a:t>
            </a:r>
          </a:p>
          <a:p>
            <a:r>
              <a:t>• Quality Assurance: Ensuring robust error handling and compatibility with various PDF structures.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Characteristics and Best Practices</a:t>
            </a:r>
          </a:p>
        </p:txBody>
      </p:sp>
      <p:sp>
        <p:nvSpPr>
          <p:cNvPr id="3" name="Content Placeholder 2"/>
          <p:cNvSpPr>
            <a:spLocks noGrp="1"/>
          </p:cNvSpPr>
          <p:nvPr>
            <p:ph idx="1"/>
          </p:nvPr>
        </p:nvSpPr>
        <p:spPr/>
        <p:txBody>
          <a:bodyPr/>
          <a:lstStyle/>
          <a:p>
            <a:r>
              <a:t>• Typically minimal in size and content to optimize performance during testing.</a:t>
            </a:r>
          </a:p>
          <a:p>
            <a:r>
              <a:t>• Can be structured to mimic specific PDF features (e.g., forms, images, text blocks) for targeted testing.</a:t>
            </a:r>
          </a:p>
          <a:p>
            <a:r>
              <a:t>• Should be clearly labeled to avoid confusion with actual production documents.</a:t>
            </a:r>
          </a:p>
          <a:p>
            <a:r>
              <a:t>• Often generated programmatically or via specialized tools to ensure consistency and variety.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