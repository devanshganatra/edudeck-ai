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informs the user that the request could not be fulfilled due to missing context. The AI requires the actual story or topic to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guides the user on how to re-submit their request with the necessary information, emphasizing that the AI is ready to assist once context is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Information Required for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EduDeck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Context: 'The Whole Story'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 apologize, but the 'Context from Knowledge Base' section in your prompt was empty.</a:t>
            </a:r>
          </a:p>
          <a:p>
            <a:r>
              <a:t>• To create a relevant and accurate explanation of 'the whole story' in a presentation, I need that story or topic.</a:t>
            </a:r>
          </a:p>
          <a:p>
            <a:r>
              <a:t>• Please provide the specific details, narrative, or subject matter you would like me to explain.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Proceed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Please resubmit your request and include the 'whole story' or specific details you want covered in the 'Context from Knowledge Base' section.</a:t>
            </a:r>
          </a:p>
          <a:p>
            <a:r>
              <a:t>• Once the context is provided, I can create the professional presentation you requested.</a:t>
            </a:r>
          </a:p>
          <a:p>
            <a:r>
              <a:t>• I am ready to help once I have the necessary information!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