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will walk through the opening chapter of Alice's Adventures in Wonderland, focusing on her initial encounter with the White Rabbit and her bewildering fall into a new world.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story begins with Alice's natural curiosity piqued by a talking, time-obsessed rabbit. This seemingly mundane observation quickly propels her into an unforeseen adventure, as she follows it down a large rabbit-hole, a decision made in a flash of wonder.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fall itself is a surreal experience. It's not a quick drop, but a slow descent, allowing Alice to observe her surroundings. This scene sets the tone for the illogical and imaginative world she is about to enter, where normal physics don't quite apply.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Upon landing, Alice finds herself in a labyrinthine hall, a symbolic barrier to the next stage of her journey. The White Rabbit's hurried exit leaves her alone with a sense of wonder and a new challenge: finding a way out. The golden key represents the first puzzle she encounters.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chapter concludes with Alice glimpsing the vibrant world of Wonderland through a tiny door. This moment highlights her predicament—she's found the key, but not the right size. It solidifies her desire to enter this magical realm, setting the stage for the next events where she will attempt to alter her size.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Down the Rabbit Hole: An Introduction to Wonderland</a:t>
            </a:r>
          </a:p>
        </p:txBody>
      </p:sp>
      <p:sp>
        <p:nvSpPr>
          <p:cNvPr id="3" name="Subtitle 2"/>
          <p:cNvSpPr>
            <a:spLocks noGrp="1"/>
          </p:cNvSpPr>
          <p:nvPr>
            <p:ph type="subTitle" idx="1"/>
          </p:nvPr>
        </p:nvSpPr>
        <p:spPr/>
        <p:txBody>
          <a:bodyPr/>
          <a:lstStyle/>
          <a:p>
            <a:r>
              <a:t>Generated by EduDeck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Welcome to Chapter 1: Down the Rabbit Hole</a:t>
            </a:r>
          </a:p>
        </p:txBody>
      </p:sp>
      <p:sp>
        <p:nvSpPr>
          <p:cNvPr id="3" name="Content Placeholder 2"/>
          <p:cNvSpPr>
            <a:spLocks noGrp="1"/>
          </p:cNvSpPr>
          <p:nvPr>
            <p:ph idx="1"/>
          </p:nvPr>
        </p:nvSpPr>
        <p:spPr/>
        <p:txBody>
          <a:bodyPr/>
          <a:lstStyle/>
          <a:p>
            <a:r>
              <a:t>• Exploring the beginning of Alice's extraordinary journey</a:t>
            </a:r>
          </a:p>
          <a:p>
            <a:r>
              <a:t>• Key events of Chapter 1: Down the Rabbit Hole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White Rabbit's Peculiar Appearance</a:t>
            </a:r>
          </a:p>
        </p:txBody>
      </p:sp>
      <p:sp>
        <p:nvSpPr>
          <p:cNvPr id="3" name="Content Placeholder 2"/>
          <p:cNvSpPr>
            <a:spLocks noGrp="1"/>
          </p:cNvSpPr>
          <p:nvPr>
            <p:ph idx="1"/>
          </p:nvPr>
        </p:nvSpPr>
        <p:spPr/>
        <p:txBody>
          <a:bodyPr/>
          <a:lstStyle/>
          <a:p>
            <a:r>
              <a:t>• Alice's burning curiosity leads her to follow a peculiar White Rabbit</a:t>
            </a:r>
          </a:p>
          <a:p>
            <a:r>
              <a:t>• The Rabbit takes a watch out of its waistcoat-pocket, a truly unusual sight</a:t>
            </a:r>
          </a:p>
          <a:p>
            <a:r>
              <a:t>• Alice plunges into the rabbit-hole without a moment's hesitation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Curious Descent into Wonder</a:t>
            </a:r>
          </a:p>
        </p:txBody>
      </p:sp>
      <p:sp>
        <p:nvSpPr>
          <p:cNvPr id="3" name="Content Placeholder 2"/>
          <p:cNvSpPr>
            <a:spLocks noGrp="1"/>
          </p:cNvSpPr>
          <p:nvPr>
            <p:ph idx="1"/>
          </p:nvPr>
        </p:nvSpPr>
        <p:spPr/>
        <p:txBody>
          <a:bodyPr/>
          <a:lstStyle/>
          <a:p>
            <a:r>
              <a:t>• Alice falls down what seems to be a 'very deep well' after the Rabbit</a:t>
            </a:r>
          </a:p>
          <a:p>
            <a:r>
              <a:t>• She observes cupboards, bookshelves, maps, and pictures adorning the well's sides</a:t>
            </a:r>
          </a:p>
          <a:p>
            <a:r>
              <a:t>• The slow, prolonged fall allows for contemplation and wonder about her destination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Hall of Locked Doors and the Tiny Key</a:t>
            </a:r>
          </a:p>
        </p:txBody>
      </p:sp>
      <p:sp>
        <p:nvSpPr>
          <p:cNvPr id="3" name="Content Placeholder 2"/>
          <p:cNvSpPr>
            <a:spLocks noGrp="1"/>
          </p:cNvSpPr>
          <p:nvPr>
            <p:ph idx="1"/>
          </p:nvPr>
        </p:nvSpPr>
        <p:spPr/>
        <p:txBody>
          <a:bodyPr/>
          <a:lstStyle/>
          <a:p>
            <a:r>
              <a:t>• Alice lands unharmed in a long passage, following the White Rabbit</a:t>
            </a:r>
          </a:p>
          <a:p>
            <a:r>
              <a:t>• She finds herself in a 'long, low hall' lined with many locked doors</a:t>
            </a:r>
          </a:p>
          <a:p>
            <a:r>
              <a:t>• Discovery of a small glass table holding a tiny golden key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Peeking into Wonderland</a:t>
            </a:r>
          </a:p>
        </p:txBody>
      </p:sp>
      <p:sp>
        <p:nvSpPr>
          <p:cNvPr id="3" name="Content Placeholder 2"/>
          <p:cNvSpPr>
            <a:spLocks noGrp="1"/>
          </p:cNvSpPr>
          <p:nvPr>
            <p:ph idx="1"/>
          </p:nvPr>
        </p:nvSpPr>
        <p:spPr/>
        <p:txBody>
          <a:bodyPr/>
          <a:lstStyle/>
          <a:p>
            <a:r>
              <a:t>• The tiny key fits a hidden, small door behind a curtain</a:t>
            </a:r>
          </a:p>
          <a:p>
            <a:r>
              <a:t>• Alice peers through the door into a beautiful, enchanting garden</a:t>
            </a:r>
          </a:p>
          <a:p>
            <a:r>
              <a:t>• Frustration at being too large to enter, fueling her desire to explore further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