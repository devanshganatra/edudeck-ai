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core information to build the presentation was missing. Apologize for not being able to fulfill the request without the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the user on how to properly include the context in their next prompt to get the desired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Missing Context: Cannot Generate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EduDeck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create a presentation explaining 'the whole story', I need the specific context.</a:t>
            </a:r>
          </a:p>
          <a:p>
            <a:r>
              <a:t>• The 'Context from Knowledge Base' was empty in your request.</a:t>
            </a:r>
          </a:p>
          <a:p>
            <a:r>
              <a:t>• Please provide the necessary information for me to generate your professional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Provide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 the 'Context from Knowledge Base' section contains the relevant details for 'the whole story'.</a:t>
            </a:r>
          </a:p>
          <a:p>
            <a:r>
              <a:t>• The more detailed the context, the better and more accurate the presentation will be.</a:t>
            </a:r>
          </a:p>
          <a:p>
            <a:r>
              <a:t>• Submit your request again with the knowledge base context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