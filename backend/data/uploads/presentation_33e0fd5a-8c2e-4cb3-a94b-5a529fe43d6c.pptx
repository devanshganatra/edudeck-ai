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Today we're diving into the significant advantages of automated testing. At its core, automated testing is about using tools and scripts to run tests, rather than performing them manually. This fundamental shift brings a host of benefits that we'll explore.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immediate impact of automation is seen in efficiency and quality. We gain rapid feedback, allowing developers to catch and fix issues much earlier, significantly reducing the cost and effort of defect resolution. The consistency of automated tests ensures that the same scenarios are tested every time, eliminating variability and human oversight, leading to a higher quality end product.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technical advantages, automated testing delivers substantial strategic and business value. It's an investment that pays off by reducing overall development and maintenance costs. Teams gain the confidence to innovate and deliver new features faster, knowing their changes are thoroughly validated. This not only improves team morale but also accelerates our ability to deliver value to our users and stay competitive. Automated testing isn't just a technical practice; it's a strategic enabler for modern software development.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Unlocking Value: The Benefits of Automated Testing</a:t>
            </a:r>
          </a:p>
        </p:txBody>
      </p:sp>
      <p:sp>
        <p:nvSpPr>
          <p:cNvPr id="3" name="Subtitle 2"/>
          <p:cNvSpPr>
            <a:spLocks noGrp="1"/>
          </p:cNvSpPr>
          <p:nvPr>
            <p:ph type="subTitle" idx="1"/>
          </p:nvPr>
        </p:nvSpPr>
        <p:spPr/>
        <p:txBody>
          <a:bodyPr/>
          <a:lstStyle/>
          <a:p>
            <a:r>
              <a:t>Generated by EduDeck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UPDATED BY TESTER: Automated Testing</a:t>
            </a:r>
          </a:p>
        </p:txBody>
      </p:sp>
      <p:sp>
        <p:nvSpPr>
          <p:cNvPr id="3" name="Content Placeholder 2"/>
          <p:cNvSpPr>
            <a:spLocks noGrp="1"/>
          </p:cNvSpPr>
          <p:nvPr>
            <p:ph idx="1"/>
          </p:nvPr>
        </p:nvSpPr>
        <p:spPr/>
        <p:txBody>
          <a:bodyPr/>
          <a:lstStyle/>
          <a:p>
            <a:r>
              <a:t>• Executing pre-scripted tests on software applications without manual human intervention.</a:t>
            </a:r>
          </a:p>
          <a:p>
            <a:r>
              <a:t>• Aims to increase test efficiency, coverage, and speed.</a:t>
            </a:r>
          </a:p>
          <a:p>
            <a:r>
              <a:t>• Transforms repetitive manual tasks into reliable, repeatable processes.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Benefits: Efficiency &amp; Quality</a:t>
            </a:r>
          </a:p>
        </p:txBody>
      </p:sp>
      <p:sp>
        <p:nvSpPr>
          <p:cNvPr id="3" name="Content Placeholder 2"/>
          <p:cNvSpPr>
            <a:spLocks noGrp="1"/>
          </p:cNvSpPr>
          <p:nvPr>
            <p:ph idx="1"/>
          </p:nvPr>
        </p:nvSpPr>
        <p:spPr/>
        <p:txBody>
          <a:bodyPr/>
          <a:lstStyle/>
          <a:p>
            <a:r>
              <a:t>• Faster Feedback Loops: Identify defects early in the development cycle.</a:t>
            </a:r>
          </a:p>
          <a:p>
            <a:r>
              <a:t>• Consistent and Repeatable Tests: Eliminate human error, ensuring reliability across test runs.</a:t>
            </a:r>
          </a:p>
          <a:p>
            <a:r>
              <a:t>• Increased Test Coverage: Execute a broader range of tests more frequently than possible manually.</a:t>
            </a:r>
          </a:p>
          <a:p>
            <a:r>
              <a:t>• Improved Product Quality: Release more stable, robust, and reliable software.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Advantages &amp; Business Value</a:t>
            </a:r>
          </a:p>
        </p:txBody>
      </p:sp>
      <p:sp>
        <p:nvSpPr>
          <p:cNvPr id="3" name="Content Placeholder 2"/>
          <p:cNvSpPr>
            <a:spLocks noGrp="1"/>
          </p:cNvSpPr>
          <p:nvPr>
            <p:ph idx="1"/>
          </p:nvPr>
        </p:nvSpPr>
        <p:spPr/>
        <p:txBody>
          <a:bodyPr/>
          <a:lstStyle/>
          <a:p>
            <a:r>
              <a:t>• Reduced Long-Term Costs: Fewer post-release defects, less manual effort, faster time-to-market.</a:t>
            </a:r>
          </a:p>
          <a:p>
            <a:r>
              <a:t>• Boosted Developer Confidence: Facilitates safe refactoring and feature integration.</a:t>
            </a:r>
          </a:p>
          <a:p>
            <a:r>
              <a:t>• Higher Team Morale: Empowers teams to focus on innovation, not repetitive bug hunting.</a:t>
            </a:r>
          </a:p>
          <a:p>
            <a:r>
              <a:t>• Accelerated Delivery Cycles: Enables frequent releases and continuous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